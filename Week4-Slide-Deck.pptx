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SecureCorp Security Assessment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Client Debrief — Week 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Security Consultant Capstone  |  Target: 10.10.10.10 (isolated lab)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Posture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728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SecureCorp's customer portal environment has multiple critical weaknesses that would allow an attacker to gain full control of the affected server, steal customer data, and maintain hidden, long-term access — all without being detected by current monitoring.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business risks: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exposure (breach, legal, reputational cost)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loss of server control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active, unauthorized foothold already present and undetected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Critical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728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vsftpd 2.3.4 Backdoor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933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backdoor (CVE-2011-2523) gave immediate, unauthenticated root shell access to the server.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627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10.0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620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Input Flaws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2783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exposed every customer record; command injection allowed arbitrary OS commands.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862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6.5–8.8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965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Intrusion Found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6227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pre-existing backdoor account was discovered during our investigation — not part of our own testing.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40965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Incident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Unauthorized Intrusion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728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found: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 (testuser) was created from the local console by msfadmin, then used to log in remotely — activity never part of our own testing.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told it apart from our own testing: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local console (TTY=tty1) vs. our documented remote tooling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type: account creation — not part of any Week 2 task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our own credential discovery for this account came after it already existed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INCIDENT — confirmed unauthorized access with an active, standing backdoor.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728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Patch the backdoored FTP service immediately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 input-handling flaws in the web application (parameterized queries, output encoding)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Remove the unauthorized account and rotate the compromised credential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Enable logging for the web application — currently the single biggest blind spot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MFA across remote access and admin logins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728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 vs. defender knowledge gap: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attacker, I knew exactly what, when, and how. As defender, I had to reconstruct all of it from raw logs alone.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attacks to detect weren't the cleverest ones: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were undetectable simply because no log source existed for that layer — a structural gap, not a stealth technique.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is about noticing what doesn't fit: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intrusion was found through one quiet field (TTY=tty1) that didn't match the expected pattern — not an obvious red flag.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SecureCorp Security Assessment Engagement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2026-10-09T11:11:03Z</dcterms:created>
  <dcterms:modified xsi:type="dcterms:W3CDTF">2026-10-09T11:11:03Z</dcterms:modified>
</cp:coreProperties>
</file>